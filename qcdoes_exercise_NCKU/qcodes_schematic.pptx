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358C-C7A2-8B46-E479-9D3785B50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6CB20-485C-9C43-0F95-404F857B0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45020-B8F9-0968-26FF-5AFAEA9C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9E31-A76B-4E5D-BADC-AC6235A950EE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2DB23-6313-FA33-51E5-CE88D5A9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6DBC5-9B22-7595-A9F3-3F3F2A36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40FE-6278-41E5-ADC9-FA55F1C2E7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75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8A468-70CB-B1B6-0DF2-C80DEE6E9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598EB-0476-343C-9D7A-232FF56F0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FF211-060F-6EE6-9D7E-92A23D18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9E31-A76B-4E5D-BADC-AC6235A950EE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471B2-E45E-B554-A275-8A2211A9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C8987-E9F2-1758-3846-E2A6CCF58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40FE-6278-41E5-ADC9-FA55F1C2E7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665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9BF2-0874-1E76-5B4C-3FEFEBC32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9D0C2-9D9C-CEA4-3C79-FB7E9B955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955CC-5424-BC06-04F1-4E376F62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9E31-A76B-4E5D-BADC-AC6235A950EE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58B29-E843-4EC6-12D0-54E1B317B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F217B-C9B4-373B-3638-669ADCFE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40FE-6278-41E5-ADC9-FA55F1C2E7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0640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41AAF-112E-66CE-6127-8AF5FF9F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2CEE-CD1E-4431-58C0-CD8A370EB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9893E-3A18-9141-1C1B-658D70F3A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0AE6E-7573-A671-D2B7-5FFB8E4D1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9E31-A76B-4E5D-BADC-AC6235A950EE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7D13E-E5EF-B7C3-3327-B3A85EF2C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5DC27-1690-DBE8-1819-2E98184D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40FE-6278-41E5-ADC9-FA55F1C2E7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0817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8EE1A-3624-8D45-D4D0-1A51202A8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15F64-E245-647C-2C65-388B03ED9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F5221-F8D0-C3E3-E5FD-AA1906A68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79031-2D01-ADC7-8546-1638E6E80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F5311-2C66-AB64-480A-87D07983D8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3C2C4C-2B2C-C1DF-CEFE-43FF0A5A5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9E31-A76B-4E5D-BADC-AC6235A950EE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9641C-BD91-8D73-4E89-5814CBD0B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4C661-4300-1E89-77F9-26E3E9B4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40FE-6278-41E5-ADC9-FA55F1C2E7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9846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8B1AD-4002-C86C-E372-24F8BABB8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9B64CE-CF6C-30A9-3202-AA891B966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9E31-A76B-4E5D-BADC-AC6235A950EE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7F24BB-AF9F-1F42-9423-C1615D5A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810669-99E2-85FB-A4E6-E3DB9CD0F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40FE-6278-41E5-ADC9-FA55F1C2E7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0550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594D2A-0FBF-3975-7E08-80362FCD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9E31-A76B-4E5D-BADC-AC6235A950EE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B52E00-965E-1798-0EB5-8D06627A3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1B93F-101B-24FA-8F20-C51F5E66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40FE-6278-41E5-ADC9-FA55F1C2E7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003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EF04F-66FC-0A20-5342-B1BA4470E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412CA-7962-2F47-39A1-D65AC5655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6BF84-670F-1B51-95E7-34DE27E7E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0B96A-23B9-CE8E-8C02-66773AA45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9E31-A76B-4E5D-BADC-AC6235A950EE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C076C-112A-67D2-EFA3-93A64055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79979-EC12-E1AE-636C-489C10EE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40FE-6278-41E5-ADC9-FA55F1C2E7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2271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F237-F32E-EDDA-89EA-1CC1BE064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144401-B669-CE21-7B5F-D16E4C322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AB819-F939-7B27-ECF3-DF4395E37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B99D3-163F-52C2-6282-C49F03CC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9E31-A76B-4E5D-BADC-AC6235A950EE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70664-4FA7-144D-6E07-6D138AC14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B3BD4-8973-C0C3-B310-7BB90154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40FE-6278-41E5-ADC9-FA55F1C2E7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0305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2DD21-3DE4-9969-F945-E73EB41A3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B53230-18DB-4625-5AC5-4C7057F9A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F166B-DC56-3DC7-3D7F-FF9301BA0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9E31-A76B-4E5D-BADC-AC6235A950EE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07CAB-56AE-D5C6-B409-67AC6B44C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FF92E-2707-40C7-29D6-5A42C82E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40FE-6278-41E5-ADC9-FA55F1C2E7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2265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EDCBDF-44E3-DB20-32C9-02B0C3CDC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AD319-B7EF-8684-6FE5-FA8C7809D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C6BF8-ED87-DD5A-C436-597381D0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9E31-A76B-4E5D-BADC-AC6235A950EE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638CC-2E2A-32CE-1C50-75327FA83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C9DEA-DC0A-6713-60AA-D8D470C54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40FE-6278-41E5-ADC9-FA55F1C2E7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868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C78FAB-9D90-6449-1E6A-F9096A9C0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EA3DE-DBFB-EC54-5FBE-9D5DAFDAF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B3877-8075-2318-EA6F-392D0473A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89E31-A76B-4E5D-BADC-AC6235A950EE}" type="datetimeFigureOut">
              <a:rPr lang="zh-TW" altLang="en-US" smtClean="0"/>
              <a:t>2025/7/7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3EDA8-5511-DC07-3CEC-4290BCAA7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B9719-9E35-4F91-133D-D5F51B81CB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5840FE-6278-41E5-ADC9-FA55F1C2E7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5235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2A098D-CBB1-F8A4-7D05-BAC57CDE2EC8}"/>
              </a:ext>
            </a:extLst>
          </p:cNvPr>
          <p:cNvSpPr/>
          <p:nvPr/>
        </p:nvSpPr>
        <p:spPr>
          <a:xfrm>
            <a:off x="2390790" y="1885239"/>
            <a:ext cx="2135943" cy="1654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PC</a:t>
            </a:r>
            <a:endParaRPr lang="zh-TW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5E05E4-9735-01E7-8A41-C3AF536856F8}"/>
              </a:ext>
            </a:extLst>
          </p:cNvPr>
          <p:cNvSpPr/>
          <p:nvPr/>
        </p:nvSpPr>
        <p:spPr>
          <a:xfrm>
            <a:off x="5758004" y="1989499"/>
            <a:ext cx="2697933" cy="14395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Station (</a:t>
            </a:r>
            <a:r>
              <a:rPr lang="en-US" altLang="zh-TW" dirty="0" err="1"/>
              <a:t>config.yaml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89938F-256A-E1D5-D798-5983234A5025}"/>
              </a:ext>
            </a:extLst>
          </p:cNvPr>
          <p:cNvSpPr/>
          <p:nvPr/>
        </p:nvSpPr>
        <p:spPr>
          <a:xfrm>
            <a:off x="5984341" y="2098140"/>
            <a:ext cx="896293" cy="325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Ins 1</a:t>
            </a:r>
            <a:endParaRPr lang="zh-TW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49373B-A829-D3B3-C741-935743FBD55D}"/>
              </a:ext>
            </a:extLst>
          </p:cNvPr>
          <p:cNvSpPr/>
          <p:nvPr/>
        </p:nvSpPr>
        <p:spPr>
          <a:xfrm>
            <a:off x="5984340" y="2960483"/>
            <a:ext cx="896293" cy="325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Ins 2</a:t>
            </a:r>
            <a:endParaRPr lang="zh-TW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6521F1-ABF6-E558-9F94-549AA530FBAD}"/>
              </a:ext>
            </a:extLst>
          </p:cNvPr>
          <p:cNvSpPr/>
          <p:nvPr/>
        </p:nvSpPr>
        <p:spPr>
          <a:xfrm>
            <a:off x="7274459" y="2098140"/>
            <a:ext cx="896293" cy="3259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qdac</a:t>
            </a:r>
            <a:endParaRPr lang="zh-TW" alt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DCF4F3F-1CD4-FEAE-DFE2-EC47815EA415}"/>
              </a:ext>
            </a:extLst>
          </p:cNvPr>
          <p:cNvSpPr/>
          <p:nvPr/>
        </p:nvSpPr>
        <p:spPr>
          <a:xfrm>
            <a:off x="2725093" y="4146487"/>
            <a:ext cx="1493822" cy="57942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.</a:t>
            </a:r>
            <a:r>
              <a:rPr lang="en-US" altLang="zh-TW" dirty="0" err="1"/>
              <a:t>db</a:t>
            </a:r>
            <a:r>
              <a:rPr lang="en-US" altLang="zh-TW" dirty="0"/>
              <a:t> file</a:t>
            </a:r>
            <a:endParaRPr lang="zh-TW" alt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6F31BB-4B76-6643-4499-894C9A73769E}"/>
              </a:ext>
            </a:extLst>
          </p:cNvPr>
          <p:cNvCxnSpPr>
            <a:stCxn id="4" idx="2"/>
            <a:endCxn id="9" idx="0"/>
          </p:cNvCxnSpPr>
          <p:nvPr/>
        </p:nvCxnSpPr>
        <p:spPr>
          <a:xfrm>
            <a:off x="3458762" y="3539904"/>
            <a:ext cx="13242" cy="60658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274080-6856-9329-6AD3-E13BB7458072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4526733" y="2709250"/>
            <a:ext cx="1231271" cy="332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BD0B13D-85ED-3FAB-DB55-0A86230A3DF3}"/>
              </a:ext>
            </a:extLst>
          </p:cNvPr>
          <p:cNvSpPr txBox="1"/>
          <p:nvPr/>
        </p:nvSpPr>
        <p:spPr>
          <a:xfrm>
            <a:off x="4920558" y="2319546"/>
            <a:ext cx="535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exp</a:t>
            </a:r>
            <a:endParaRPr lang="zh-TW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A7FC26-15DA-4B91-BCC9-AF11C710A813}"/>
              </a:ext>
            </a:extLst>
          </p:cNvPr>
          <p:cNvSpPr txBox="1"/>
          <p:nvPr/>
        </p:nvSpPr>
        <p:spPr>
          <a:xfrm>
            <a:off x="4874634" y="3066860"/>
            <a:ext cx="694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6"/>
                </a:solidFill>
              </a:rPr>
              <a:t>do1d</a:t>
            </a:r>
          </a:p>
          <a:p>
            <a:r>
              <a:rPr lang="en-US" altLang="zh-TW" dirty="0"/>
              <a:t>do2d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8151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3BC0B0650EE54DADA0D95F26CA92FF" ma:contentTypeVersion="15" ma:contentTypeDescription="Create a new document." ma:contentTypeScope="" ma:versionID="b323b573f8d592c0a6336852f0d24761">
  <xsd:schema xmlns:xsd="http://www.w3.org/2001/XMLSchema" xmlns:xs="http://www.w3.org/2001/XMLSchema" xmlns:p="http://schemas.microsoft.com/office/2006/metadata/properties" xmlns:ns3="98198187-6192-4062-86b3-e9305ce8ec1e" xmlns:ns4="a0e72e99-0be3-4aa3-9800-9c6145ca64bd" targetNamespace="http://schemas.microsoft.com/office/2006/metadata/properties" ma:root="true" ma:fieldsID="595f9876fb3f2c6bf8f111cdad30b952" ns3:_="" ns4:_="">
    <xsd:import namespace="98198187-6192-4062-86b3-e9305ce8ec1e"/>
    <xsd:import namespace="a0e72e99-0be3-4aa3-9800-9c6145ca64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198187-6192-4062-86b3-e9305ce8ec1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e72e99-0be3-4aa3-9800-9c6145ca64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0e72e99-0be3-4aa3-9800-9c6145ca64b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BA11B4-FCBA-4BCB-B0FF-9AFD721C94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198187-6192-4062-86b3-e9305ce8ec1e"/>
    <ds:schemaRef ds:uri="a0e72e99-0be3-4aa3-9800-9c6145ca64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5F5A65-CE82-4413-83E6-0C374A0A0F0A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a0e72e99-0be3-4aa3-9800-9c6145ca64bd"/>
    <ds:schemaRef ds:uri="http://schemas.openxmlformats.org/package/2006/metadata/core-properties"/>
    <ds:schemaRef ds:uri="98198187-6192-4062-86b3-e9305ce8ec1e"/>
    <ds:schemaRef ds:uri="http://www.w3.org/XML/1998/namespace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47773B1-E944-4488-B2F4-30053445F0C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3927f91-cda1-4696-af89-8c9f1ceffa91}" enabled="0" method="" siteId="{a3927f91-cda1-4696-af89-8c9f1ceffa9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Tsung-Lin Chung</dc:creator>
  <cp:lastModifiedBy>Tsung-Lin Chung</cp:lastModifiedBy>
  <cp:revision>1</cp:revision>
  <dcterms:created xsi:type="dcterms:W3CDTF">2025-07-07T08:12:03Z</dcterms:created>
  <dcterms:modified xsi:type="dcterms:W3CDTF">2025-07-07T09:17:50Z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0x010100E53BC0B0650EE54DADA0D95F26CA92FF</vt:lpwstr>
  </property>
</Properties>
</file>